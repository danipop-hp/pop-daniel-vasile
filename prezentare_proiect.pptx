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4f5ba6de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4f5ba6de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4f5ba6de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4f5ba6de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4f5ba6de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4f5ba6de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4f5ba6de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4f5ba6de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311700" y="678550"/>
            <a:ext cx="8520600" cy="10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AI pentru jocul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Spânzurătoarea 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311700" y="1918200"/>
            <a:ext cx="8520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Proiect Python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ro"/>
              <a:t>realizat de Pop Daniel Vasile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ro"/>
              <a:t>student la Universitatea Tehnica din Cluj-Napoca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311700" y="445025"/>
            <a:ext cx="8520600" cy="43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 u="sng"/>
              <a:t>Obiectivul proiectului: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- Crearea unui AI care să ghicească cuvinte mascate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- Programul folosește strategii precum: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  - frecvența literelor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  - sufixe și grupuri fonetice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  - alternanță vocală-consoană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- Input: fișier CSV cu cuvinte mascate și cuvinte reale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- Output: progresul ghicirii și numărul de încercări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311700" y="445025"/>
            <a:ext cx="8520600" cy="44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 u="sng"/>
              <a:t>Strategii AI: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- Sufixe și grupuri fonetice pentru anticiparea literelor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- Pattern-uri interioare (litere între litere cunoscute)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- Frecvența literelor în cuvintele filtrate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- Alternanță vocală / consoană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- Fallback la litere frecvente generale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- Litere rare și diacritice dacă nu se mai găsesc soluții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 u="sng"/>
              <a:t>Rezultate / Performanță: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- Total încercări pentru toate cuvintele: [valoare]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- Evaluare: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  - sub 1200 → performanță excelentă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  - sub 1500 → performanță acceptabilă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o"/>
              <a:t>  - peste 1500 → performanță slabă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819150" y="406700"/>
            <a:ext cx="75057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249"/>
              <a:buFont typeface="Arial"/>
              <a:buNone/>
            </a:pPr>
            <a:r>
              <a:rPr lang="ro" sz="2666" u="sng"/>
              <a:t>Concluzii și limitări:</a:t>
            </a:r>
            <a:endParaRPr sz="2666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249"/>
              <a:buFont typeface="Arial"/>
              <a:buNone/>
            </a:pPr>
            <a:r>
              <a:rPr lang="ro" sz="2666"/>
              <a:t>- AI-ul ghicește eficient majoritatea cuvintelor</a:t>
            </a:r>
            <a:endParaRPr sz="26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249"/>
              <a:buFont typeface="Arial"/>
              <a:buNone/>
            </a:pPr>
            <a:r>
              <a:rPr lang="ro" sz="2666"/>
              <a:t>- Limitări:</a:t>
            </a:r>
            <a:endParaRPr sz="26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249"/>
              <a:buFont typeface="Arial"/>
              <a:buNone/>
            </a:pPr>
            <a:r>
              <a:rPr lang="ro" sz="2666"/>
              <a:t>  - Funcționează optim cu cuvinte din dicționarul CSV</a:t>
            </a:r>
            <a:endParaRPr sz="26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249"/>
              <a:buFont typeface="Arial"/>
              <a:buNone/>
            </a:pPr>
            <a:r>
              <a:rPr lang="ro" sz="2666"/>
              <a:t>  - Litere rare sau combinații neobișnuite pot crește numărul de încercări</a:t>
            </a:r>
            <a:endParaRPr sz="26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249"/>
              <a:buFont typeface="Arial"/>
              <a:buNone/>
            </a:pPr>
            <a:r>
              <a:rPr lang="ro" sz="2666"/>
              <a:t>- Posibile îmbunătățiri:</a:t>
            </a:r>
            <a:endParaRPr sz="26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249"/>
              <a:buFont typeface="Arial"/>
              <a:buNone/>
            </a:pPr>
            <a:r>
              <a:rPr lang="ro" sz="2666"/>
              <a:t>  - Algoritmi mai sofisticați de predicție a literelor</a:t>
            </a:r>
            <a:endParaRPr sz="26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249"/>
              <a:buFont typeface="Arial"/>
              <a:buNone/>
            </a:pPr>
            <a:r>
              <a:rPr lang="ro" sz="2666"/>
              <a:t>  - Înțelegerea contextului cuvintelor (ex: cuvinte din același domeniu)</a:t>
            </a:r>
            <a:endParaRPr sz="22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