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Nuni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Nunito-regular.fntdata"/><Relationship Id="rId10" Type="http://schemas.openxmlformats.org/officeDocument/2006/relationships/slide" Target="slides/slide5.xml"/><Relationship Id="rId13" Type="http://schemas.openxmlformats.org/officeDocument/2006/relationships/font" Target="fonts/Nunito-italic.fntdata"/><Relationship Id="rId12" Type="http://schemas.openxmlformats.org/officeDocument/2006/relationships/font" Target="fonts/Nunit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font" Target="fonts/Nuni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4f5ba6de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4f5ba6de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4f5ba6de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94f5ba6de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94f5ba6def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94f5ba6def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4f5ba6def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94f5ba6def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311700" y="678550"/>
            <a:ext cx="8520600" cy="109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o"/>
              <a:t>AI pentru jocul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o"/>
              <a:t>Spânzurătoarea </a:t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311700" y="1918200"/>
            <a:ext cx="8520600" cy="279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o"/>
              <a:t>Proiect Python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ro"/>
              <a:t>realizat de Pop Daniel Vasile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ro"/>
              <a:t>student la Universitatea Tehnica din Cluj-Napoca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311700" y="445025"/>
            <a:ext cx="8520600" cy="433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 u="sng"/>
              <a:t>Obiectivul proiectului:</a:t>
            </a:r>
            <a:endParaRPr u="sng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Crearea unui AI care să ghicească cuvinte mascate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Programul folosește strategii precum: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  - frecvența literelor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  - sufixe și grupuri fonetice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  - alternanță vocală-consoană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Input: fișier CSV cu cuvinte mascate și cuvinte reale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Output: progresul ghicirii și numărul de încercări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5"/>
          <p:cNvSpPr txBox="1"/>
          <p:nvPr>
            <p:ph type="title"/>
          </p:nvPr>
        </p:nvSpPr>
        <p:spPr>
          <a:xfrm>
            <a:off x="311700" y="445025"/>
            <a:ext cx="8520600" cy="443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 u="sng"/>
              <a:t>Strategii AI:</a:t>
            </a:r>
            <a:endParaRPr u="sng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Sufixe și grupuri fonetice pentru anticiparea literelor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Pattern-uri interioare (litere între litere cunoscute)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Frecvența literelor în cuvintele filtrate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Alternanță vocală / consoană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Fallback la litere frecvente generale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Litere rare și diacritice dacă nu se mai găsesc soluții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 u="sng"/>
              <a:t>Rezultate / Performanță:</a:t>
            </a:r>
            <a:endParaRPr u="sng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Total încercări pentru toate cuvintele: [valoare]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- Evaluare: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  - sub 1200 → performanță excelentă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  - sub 1500 → performanță acceptabilă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o"/>
              <a:t>  - peste 1500 → performanță slabă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 txBox="1"/>
          <p:nvPr>
            <p:ph type="title"/>
          </p:nvPr>
        </p:nvSpPr>
        <p:spPr>
          <a:xfrm>
            <a:off x="819150" y="406700"/>
            <a:ext cx="7505700" cy="139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 u="sng"/>
              <a:t>Concluzii și limitări:</a:t>
            </a:r>
            <a:endParaRPr sz="2666" u="sng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- AI-ul ghicește eficient majoritatea cuvintelor</a:t>
            </a:r>
            <a:endParaRPr sz="26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- Limitări:</a:t>
            </a:r>
            <a:endParaRPr sz="26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  - Funcționează optim cu cuvinte din dicționarul CSV</a:t>
            </a:r>
            <a:endParaRPr sz="26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  - Litere rare sau combinații neobișnuite pot crește numărul de încercări</a:t>
            </a:r>
            <a:endParaRPr sz="26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- Posibile îmbunătățiri:</a:t>
            </a:r>
            <a:endParaRPr sz="26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  - Algoritmi mai sofisticați de predicție a literelor</a:t>
            </a:r>
            <a:endParaRPr sz="266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1249"/>
              <a:buFont typeface="Arial"/>
              <a:buNone/>
            </a:pPr>
            <a:r>
              <a:rPr lang="ro" sz="2666"/>
              <a:t>  - Înțelegerea contextului cuvintelor (ex: cuvinte din același domeniu)</a:t>
            </a:r>
            <a:endParaRPr sz="2222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